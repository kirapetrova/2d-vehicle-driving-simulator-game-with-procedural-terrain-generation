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>
        <p:scale>
          <a:sx n="50" d="100"/>
          <a:sy n="50" d="100"/>
        </p:scale>
        <p:origin x="-101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695-E4E2-4B8D-882E-D23883FF617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CE21-63C9-4E28-A5A1-7A2504DCC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7231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695-E4E2-4B8D-882E-D23883FF617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CE21-63C9-4E28-A5A1-7A2504DCC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299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695-E4E2-4B8D-882E-D23883FF617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CE21-63C9-4E28-A5A1-7A2504DCC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916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695-E4E2-4B8D-882E-D23883FF617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CE21-63C9-4E28-A5A1-7A2504DCC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445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695-E4E2-4B8D-882E-D23883FF617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CE21-63C9-4E28-A5A1-7A2504DCC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295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695-E4E2-4B8D-882E-D23883FF617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CE21-63C9-4E28-A5A1-7A2504DCC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14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695-E4E2-4B8D-882E-D23883FF617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CE21-63C9-4E28-A5A1-7A2504DCC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420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695-E4E2-4B8D-882E-D23883FF617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CE21-63C9-4E28-A5A1-7A2504DCC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63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695-E4E2-4B8D-882E-D23883FF617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CE21-63C9-4E28-A5A1-7A2504DCC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705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695-E4E2-4B8D-882E-D23883FF617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CE21-63C9-4E28-A5A1-7A2504DCC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759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1A695-E4E2-4B8D-882E-D23883FF617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CE21-63C9-4E28-A5A1-7A2504DCC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17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1A695-E4E2-4B8D-882E-D23883FF6174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1CE21-63C9-4E28-A5A1-7A2504DCCE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591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45425" y="1461583"/>
            <a:ext cx="8567651" cy="3715644"/>
          </a:xfrm>
        </p:spPr>
        <p:txBody>
          <a:bodyPr>
            <a:noAutofit/>
          </a:bodyPr>
          <a:lstStyle/>
          <a:p>
            <a:r>
              <a:rPr lang="ru-RU" sz="5000" dirty="0"/>
              <a:t>Математическая модель и программная реализация 2D-игры-симулятора движения транспортного средства с процедурной генерацией рельефа</a:t>
            </a:r>
            <a:endParaRPr lang="en-US" sz="5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383579" y="6030119"/>
            <a:ext cx="9144000" cy="1655762"/>
          </a:xfrm>
        </p:spPr>
        <p:txBody>
          <a:bodyPr>
            <a:normAutofit/>
          </a:bodyPr>
          <a:lstStyle/>
          <a:p>
            <a:r>
              <a:rPr lang="ru-RU" sz="3000" dirty="0" smtClean="0"/>
              <a:t>Подготовила: Петрова Кира ПМ-2401</a:t>
            </a:r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1688368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80410" y="830637"/>
            <a:ext cx="10515600" cy="1325563"/>
          </a:xfrm>
        </p:spPr>
        <p:txBody>
          <a:bodyPr/>
          <a:lstStyle/>
          <a:p>
            <a:r>
              <a:rPr lang="ru-RU" dirty="0" smtClean="0"/>
              <a:t>Почему эта тема?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93767" y="318891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Создание единой физической системы</a:t>
            </a:r>
          </a:p>
          <a:p>
            <a:pPr marL="0" indent="0">
              <a:buNone/>
            </a:pPr>
            <a:r>
              <a:rPr lang="ru-RU" dirty="0" smtClean="0"/>
              <a:t>Математическое моделирование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4144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10942" y="500062"/>
            <a:ext cx="10515600" cy="1325563"/>
          </a:xfrm>
        </p:spPr>
        <p:txBody>
          <a:bodyPr/>
          <a:lstStyle/>
          <a:p>
            <a:r>
              <a:rPr lang="ru-RU" dirty="0" smtClean="0"/>
              <a:t>Идея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86840" y="285640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Шум Перлина для 1-</a:t>
            </a:r>
            <a:r>
              <a:rPr lang="en-US" dirty="0" smtClean="0"/>
              <a:t>D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Пружинно-демпферная система для земли и машины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540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62796" y="2675731"/>
            <a:ext cx="10515600" cy="1325563"/>
          </a:xfrm>
        </p:spPr>
        <p:txBody>
          <a:bodyPr/>
          <a:lstStyle/>
          <a:p>
            <a:r>
              <a:rPr lang="ru-RU" dirty="0" smtClean="0"/>
              <a:t>Алгоритмы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26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9209" y="0"/>
            <a:ext cx="7182811" cy="6926635"/>
          </a:xfrm>
        </p:spPr>
      </p:pic>
    </p:spTree>
    <p:extLst>
      <p:ext uri="{BB962C8B-B14F-4D97-AF65-F5344CB8AC3E}">
        <p14:creationId xmlns:p14="http://schemas.microsoft.com/office/powerpoint/2010/main" val="108983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4" y="631769"/>
            <a:ext cx="12171386" cy="5874832"/>
          </a:xfrm>
        </p:spPr>
      </p:pic>
    </p:spTree>
    <p:extLst>
      <p:ext uri="{BB962C8B-B14F-4D97-AF65-F5344CB8AC3E}">
        <p14:creationId xmlns:p14="http://schemas.microsoft.com/office/powerpoint/2010/main" val="261190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641" y="0"/>
            <a:ext cx="10251185" cy="6769171"/>
          </a:xfrm>
        </p:spPr>
      </p:pic>
    </p:spTree>
    <p:extLst>
      <p:ext uri="{BB962C8B-B14F-4D97-AF65-F5344CB8AC3E}">
        <p14:creationId xmlns:p14="http://schemas.microsoft.com/office/powerpoint/2010/main" val="292970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835" y="-310332"/>
            <a:ext cx="6762330" cy="7537067"/>
          </a:xfrm>
        </p:spPr>
      </p:pic>
    </p:spTree>
    <p:extLst>
      <p:ext uri="{BB962C8B-B14F-4D97-AF65-F5344CB8AC3E}">
        <p14:creationId xmlns:p14="http://schemas.microsoft.com/office/powerpoint/2010/main" val="709287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76701" y="500062"/>
            <a:ext cx="10515600" cy="1325563"/>
          </a:xfrm>
        </p:spPr>
        <p:txBody>
          <a:bodyPr/>
          <a:lstStyle/>
          <a:p>
            <a:r>
              <a:rPr lang="en-US" dirty="0" smtClean="0"/>
              <a:t>Fails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1450" y="283977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 smtClean="0"/>
              <a:t>Ожидание: </a:t>
            </a:r>
            <a:r>
              <a:rPr lang="ru-RU" dirty="0" smtClean="0"/>
              <a:t>Создать законченный, сбалансированный продукт, с полной физической реализацией.</a:t>
            </a:r>
            <a:endParaRPr lang="en-US" dirty="0" smtClean="0"/>
          </a:p>
          <a:p>
            <a:pPr marL="0" indent="0">
              <a:buNone/>
            </a:pPr>
            <a:r>
              <a:rPr lang="ru-RU" b="1" dirty="0" smtClean="0"/>
              <a:t>Реальность: </a:t>
            </a:r>
            <a:r>
              <a:rPr lang="ru-RU" dirty="0" smtClean="0"/>
              <a:t>Основной целью стало создание работоспособного физического ядра и стабильной математической модели подвески.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8026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9093" y="365125"/>
            <a:ext cx="6213814" cy="630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52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70</Words>
  <Application>Microsoft Office PowerPoint</Application>
  <PresentationFormat>Широкоэкранный</PresentationFormat>
  <Paragraphs>12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Математическая модель и программная реализация 2D-игры-симулятора движения транспортного средства с процедурной генерацией рельефа</vt:lpstr>
      <vt:lpstr>Почему эта тема?</vt:lpstr>
      <vt:lpstr>Идея</vt:lpstr>
      <vt:lpstr>Алгоритмы</vt:lpstr>
      <vt:lpstr>Презентация PowerPoint</vt:lpstr>
      <vt:lpstr>Презентация PowerPoint</vt:lpstr>
      <vt:lpstr>Презентация PowerPoint</vt:lpstr>
      <vt:lpstr>Презентация PowerPoint</vt:lpstr>
      <vt:lpstr>Fails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Математическая модель и программная реализация 2D-игры-симулятора движения транспортного средства с процедурной генерацией рельефа</dc:title>
  <dc:creator>Kira</dc:creator>
  <cp:lastModifiedBy>Kira</cp:lastModifiedBy>
  <cp:revision>15</cp:revision>
  <dcterms:created xsi:type="dcterms:W3CDTF">2025-12-17T11:30:42Z</dcterms:created>
  <dcterms:modified xsi:type="dcterms:W3CDTF">2025-12-17T22:10:46Z</dcterms:modified>
</cp:coreProperties>
</file>